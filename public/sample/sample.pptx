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08BE-1180-961B-7AB6-903BE4F06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A6D0E-E434-6984-E2D7-4BA6482A0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AA6BB-B951-7AAA-0F68-8F0D8201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B021C-C252-B8B5-235F-74855F4D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C8622-D298-A0CD-CECC-4D2BC009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3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9934-03B1-0F22-D8FE-601C3F11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D4D1B-D859-D609-B7C5-18BE887F6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E6894-904A-C573-9719-FC5C2D26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DF0C-90A8-ED50-CE7A-CE3A3C5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CF6F3-3286-43C5-ACE7-A71C6875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7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14A0-749C-6527-D2F0-27D3995C5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635C9-F367-A04B-38B0-31BAD676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366C3-9DF5-6E10-CE11-D4CEF2FF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B4AF8-B9D5-AC6E-87E3-97E38332D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BB6ED-AEA4-9ED3-5019-730ACFA9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D621-EB8B-3ABB-53E2-63A777DA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5D4C-7046-9B01-5946-8FEC724EC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FD-1AA9-35C5-C96B-0476940FB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44E69-EAB1-2C3F-532A-8A021227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3031F-3A28-369D-8A60-21BD2169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5A9C1-DD7A-C500-A469-2155B068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2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B611-0C91-734A-6A00-0F312324A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E0B1B-B5A9-D890-2384-8EC4E1372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22D33-EE6B-DB36-7703-A95ADBE46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54D70-BBAC-D27C-D1B9-35033EBB6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0B9CB-85FD-7B54-F8DE-524B1593E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CFA2A5-1A4C-FF07-A970-95CC2A95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AC965-B138-BBEC-B41B-E0B06B2D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1D0695-44AA-DC87-E8FB-5D2D9813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27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6152-2EDB-6A1A-7A9B-6040E177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6CB2D-C1C5-40DA-A900-1C9E2C5E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0F7DD-61B0-64C8-D9C5-5FA4CA05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F3D88-A846-0C80-C209-9179C617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3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42CCD-84C8-C50D-F855-B2F68F0DF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91920-E739-9BAA-51D1-7C04D86A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9E51E-A119-8027-2135-E4497028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12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4C99-199C-9A82-4A55-43F3CA1B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9575B-D58E-6C74-9553-57D3AA016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748EE-6EBF-B235-4C39-83D11C625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73267-A9EC-41ED-70AE-95C0C4B4B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9A637-E39D-D173-3187-C20599E9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74B55-593A-4C19-D440-8CA9340B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6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9EAB-53E0-914B-719E-C960209C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9BDB8-F544-0A58-459A-BCDB4284A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E9351-CED0-112F-CBAF-76279CDED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08BCA-7631-E51E-AFD8-93F4D7FAC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24652-D38F-6962-51B1-062836C3F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2BDC0-4F8C-2C98-BF05-3005C308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0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9FDF-A018-74C1-BB19-A228FE50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C8C30-80D5-CED0-07BB-6CF57647A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9FEB3-841A-747E-25FE-5067207A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744B2-9A83-D701-1E56-C2267BCD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AB6B6-211B-DEAC-D0AD-75A8A7D7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0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9689F-862B-B015-0107-BEDFFB0EB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4EE4A-FE85-2940-0D87-F8A76AE38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340D9-C215-3B7F-252C-B6DECAFA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0C53C-F65F-1E89-3CDB-44867C77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A70C-3B45-01E2-9CC7-620FC22B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52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1F6D4-4FA8-49D9-099B-EBE4C00B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5CF64-5ADE-876A-3DE5-7F2320C27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47D7-A81D-8393-B2CC-476F2E949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DF852-31F4-4443-AC69-8C8D0360FE04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95201-C1C3-2E33-262B-497ECC022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89ACE-8098-447E-7DEC-0C3BF4A3C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0287D-E188-4B4F-A658-A4E19B6A5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D7B9-CB71-2AB6-3F3B-2D9986964F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62CD2-76B1-6A99-4252-A927995B91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71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hung hung</dc:creator>
  <cp:lastModifiedBy>hung hung</cp:lastModifiedBy>
  <cp:revision>1</cp:revision>
  <dcterms:created xsi:type="dcterms:W3CDTF">2026-02-19T15:28:51Z</dcterms:created>
  <dcterms:modified xsi:type="dcterms:W3CDTF">2026-02-19T15:29:16Z</dcterms:modified>
</cp:coreProperties>
</file>